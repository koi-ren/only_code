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95" d="100"/>
          <a:sy n="95" d="100"/>
        </p:scale>
        <p:origin x="228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09D4D-94FE-888B-E5E4-5F8532D14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D2F319-C60D-11FB-4E75-112B2CAAD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093542-251A-EEB1-E908-2B9BFE90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CDCD85-4245-7B88-27A7-51A8E917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A0FC7-F440-8F83-A107-BFE7A934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01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D1BC8-3BEB-554C-FDB7-BEE07CDD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41C0C4-85DD-418A-39D0-42C6209FC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A60B3-742D-4363-3A5F-2A045E76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36CD9-5E19-661E-4D02-D7CFC4E6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34530-0E6D-643B-0284-8745B0AB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99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4A729-FA76-98D1-EEE1-A920CC6F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91F4AE-1B81-8953-6790-649E9B820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AAEFB-EB8B-1F4D-DEFA-609F643A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45AD8-9B51-D937-D7DA-F819082D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82A731-C83B-3E71-535C-50E872ED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2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BDBDE-7897-E281-002E-82E141E5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67499-5D9B-4F98-0816-6079117DD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4DD44D-5AFE-855B-4EEC-9A88DE8FA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23B10-BEF3-F9C9-3BC2-680003F3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05AF07-4E11-155B-9BC7-D27B2E58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5209D2-3C1A-87B8-225D-EE23EC4F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53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568E0-3A60-8E23-5EB7-4F60D6B0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4D7526-4060-A50F-58A0-AF9F9091E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352724-5E99-F0F3-6A0B-971FBE417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1CC314-AB3D-38FD-C089-5BD6960BB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4EED6D-C14D-BE1B-7367-7D6CA9D34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3835EE-956F-F1FE-80ED-909B0C14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BCAB1B-5E56-3EE6-0F2D-EC974B3D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D8E5BF-B0CA-1E96-DA0F-F19C5719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92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C906B-4DB1-D15C-9F00-F0F6BD4F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71B583-F430-8C36-E5AA-D2F58139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01119C-E6DB-600A-210D-106429B8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BD48AB-553C-6563-5B60-E7C9C08C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75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32FDAA-B9F3-1229-0571-F1B6CAEE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D58DCF-7187-2D3E-42EA-0BBFFACA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D46AE-EBA0-A1F1-1012-4D8229D4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53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30C9E-7279-6379-3EB5-9B57C40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84D6B-5143-AB72-BE9F-727FE8EF3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EA9A9E-F06E-14E0-4243-7ED89C13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960049-BF85-996E-73E2-216183B4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178EAD-10F7-D8BD-9785-96D1EEA4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4F17F8-F9B6-FE39-E36B-F133AD26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38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5EBB9-02D8-A482-F4BE-918D92CF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E77C56-5AA7-D44B-902B-CC4DAEAF0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E35291-D553-5928-BBE2-FFF13748E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CCE60C-5D4D-65DB-3155-4D2AD33F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E876BA-24A5-7ADB-9BA4-330E818F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008AC-35D7-E0BC-B43A-F50947D0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555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0E4F1-209C-FA20-8FE3-447B9D66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957558-0B2A-33CD-E869-C45F143A6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CE744C-083C-105B-F776-072BAB14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1B205-A79B-2334-F4A6-65977005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8D3EB-35A2-C44C-DBFA-A4F65ED3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39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9932DE-16B3-899E-260C-D74972F19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53F5D9-C323-42C2-F5E2-E68B6AAEC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DD026-812A-7452-0E66-74D9B8E7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1B2815-724B-6C00-5D5B-2C43FB19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E8E9D-1C84-17E6-2E4F-99DB0007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52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85FB4A-90E8-3448-7F94-B3A6370F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5FE4FF-3A45-51BC-54E7-8C4CAFF37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9FED76-488A-5A8B-F1D7-E1D4A7E18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8B312-14D3-4ADC-8AE5-57616905BD63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684B7A-3A33-D406-42C4-DA49FB341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98AE47-05EC-DC7D-38D9-5984DEB47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A42EB-8C72-47A9-BAEC-41DD459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47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52FB21-AA56-AD9A-D082-D78026862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76342"/>
              </p:ext>
            </p:extLst>
          </p:nvPr>
        </p:nvGraphicFramePr>
        <p:xfrm>
          <a:off x="4087905" y="2192020"/>
          <a:ext cx="4410636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8">
                  <a:extLst>
                    <a:ext uri="{9D8B030D-6E8A-4147-A177-3AD203B41FA5}">
                      <a16:colId xmlns:a16="http://schemas.microsoft.com/office/drawing/2014/main" val="638930714"/>
                    </a:ext>
                  </a:extLst>
                </a:gridCol>
                <a:gridCol w="2205318">
                  <a:extLst>
                    <a:ext uri="{9D8B030D-6E8A-4147-A177-3AD203B41FA5}">
                      <a16:colId xmlns:a16="http://schemas.microsoft.com/office/drawing/2014/main" val="2703227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객체명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Enemy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33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데이터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x,</a:t>
                      </a:r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출력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위치 좌표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Enemy_num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50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display()</a:t>
                      </a:r>
                    </a:p>
                    <a:p>
                      <a:pPr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move_left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move_right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move_up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dirty="0" err="1">
                          <a:solidFill>
                            <a:schemeClr val="bg1"/>
                          </a:solidFill>
                        </a:rPr>
                        <a:t>move_down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25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62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와이드스크린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현호 박</dc:creator>
  <cp:lastModifiedBy>현호 박</cp:lastModifiedBy>
  <cp:revision>1</cp:revision>
  <dcterms:created xsi:type="dcterms:W3CDTF">2024-12-19T09:05:40Z</dcterms:created>
  <dcterms:modified xsi:type="dcterms:W3CDTF">2024-12-19T09:06:17Z</dcterms:modified>
</cp:coreProperties>
</file>